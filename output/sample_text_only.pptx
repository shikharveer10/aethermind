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</a:rPr>
              <a:t>Predictive Maintenance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solidFill>
            <a:srgbClr val="2E7D32"/>
          </a:solidFill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PHASE 1: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/>
              <a:t>Objective</a:t>
            </a:r>
          </a:p>
          <a:p>
            <a:pPr/>
            <a:r>
              <a:rPr sz="1600"/>
              <a:t>Deliverables</a:t>
            </a:r>
          </a:p>
          <a:p>
            <a:pPr lvl="1"/>
            <a:r>
              <a:rPr sz="1600"/>
              <a:t>Sensor data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Phase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097280"/>
          </a:xfrm>
          <a:prstGeom prst="rect">
            <a:avLst/>
          </a:prstGeom>
          <a:solidFill>
            <a:srgbClr val="1F4E79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Discovery -&gt;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